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tr-TR"/>
    </a:defPPr>
    <a:lvl1pPr marL="0" indent="0" algn="l">
      <a:lnSpc>
        <a:spcPct val="100000"/>
      </a:lnSpc>
      <a:defRPr sz="1800">
        <a:solidFill>
          <a:schemeClr val="dk1"/>
        </a:solidFill>
        <a:latin typeface="+mn-lt"/>
        <a:ea typeface="+mn-ea"/>
        <a:cs typeface="+mn-cs"/>
      </a:defRPr>
    </a:lvl1pPr>
    <a:lvl2pPr marL="457200" indent="0" algn="l">
      <a:lnSpc>
        <a:spcPct val="100000"/>
      </a:lnSpc>
      <a:defRPr sz="1800">
        <a:solidFill>
          <a:schemeClr val="dk1"/>
        </a:solidFill>
        <a:latin typeface="+mn-lt"/>
        <a:ea typeface="+mn-ea"/>
        <a:cs typeface="+mn-cs"/>
      </a:defRPr>
    </a:lvl2pPr>
    <a:lvl3pPr marL="914400" indent="0" algn="l">
      <a:lnSpc>
        <a:spcPct val="100000"/>
      </a:lnSpc>
      <a:defRPr sz="1800">
        <a:solidFill>
          <a:schemeClr val="dk1"/>
        </a:solidFill>
        <a:latin typeface="+mn-lt"/>
        <a:ea typeface="+mn-ea"/>
        <a:cs typeface="+mn-cs"/>
      </a:defRPr>
    </a:lvl3pPr>
    <a:lvl4pPr marL="1371600" indent="0" algn="l">
      <a:lnSpc>
        <a:spcPct val="100000"/>
      </a:lnSpc>
      <a:defRPr sz="1800">
        <a:solidFill>
          <a:schemeClr val="dk1"/>
        </a:solidFill>
        <a:latin typeface="+mn-lt"/>
        <a:ea typeface="+mn-ea"/>
        <a:cs typeface="+mn-cs"/>
      </a:defRPr>
    </a:lvl4pPr>
    <a:lvl5pPr marL="1828800" indent="0" algn="l">
      <a:lnSpc>
        <a:spcPct val="100000"/>
      </a:lnSpc>
      <a:defRPr sz="1800">
        <a:solidFill>
          <a:schemeClr val="dk1"/>
        </a:solidFill>
        <a:latin typeface="+mn-lt"/>
        <a:ea typeface="+mn-ea"/>
        <a:cs typeface="+mn-cs"/>
      </a:defRPr>
    </a:lvl5pPr>
    <a:lvl6pPr marL="2286000" indent="0" algn="l">
      <a:lnSpc>
        <a:spcPct val="100000"/>
      </a:lnSpc>
      <a:defRPr sz="1800">
        <a:solidFill>
          <a:schemeClr val="dk1"/>
        </a:solidFill>
        <a:latin typeface="+mn-lt"/>
        <a:ea typeface="+mn-ea"/>
        <a:cs typeface="+mn-cs"/>
      </a:defRPr>
    </a:lvl6pPr>
    <a:lvl7pPr marL="2743200" indent="0" algn="l">
      <a:lnSpc>
        <a:spcPct val="100000"/>
      </a:lnSpc>
      <a:defRPr sz="1800">
        <a:solidFill>
          <a:schemeClr val="dk1"/>
        </a:solidFill>
        <a:latin typeface="+mn-lt"/>
        <a:ea typeface="+mn-ea"/>
        <a:cs typeface="+mn-cs"/>
      </a:defRPr>
    </a:lvl7pPr>
    <a:lvl8pPr marL="3200400" indent="0" algn="l">
      <a:lnSpc>
        <a:spcPct val="100000"/>
      </a:lnSpc>
      <a:defRPr sz="1800">
        <a:solidFill>
          <a:schemeClr val="dk1"/>
        </a:solidFill>
        <a:latin typeface="+mn-lt"/>
        <a:ea typeface="+mn-ea"/>
        <a:cs typeface="+mn-cs"/>
      </a:defRPr>
    </a:lvl8pPr>
    <a:lvl9pPr marL="3657600" indent="0" algn="l">
      <a:lnSpc>
        <a:spcPct val="100000"/>
      </a:lnSpc>
      <a:defRPr sz="1800">
        <a:solidFill>
          <a:schemeClr val="dk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0FF1CE00-5A5A-4E7E-9B0B-000000000014}">
  <a:tblStyle styleId="{0FF1CE00-5A5A-4E7E-9B0B-000000000014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wholeTbl>
    <a:band1H>
      <a:tcStyle>
        <a:fill>
          <a:solidFill>
            <a:schemeClr val="accent1">
              <a:lumMod val="40000"/>
              <a:lumOff val="60000"/>
            </a:schemeClr>
          </a:solidFill>
        </a:fill>
      </a:tcStyle>
    </a:band1H>
    <a:band1V>
      <a:tcStyle>
        <a:fill>
          <a:solidFill>
            <a:schemeClr val="accent1">
              <a:lumMod val="40000"/>
              <a:lumOff val="6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Calisma_Sayfasi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tr-TR"/>
  <c:roundedCorners val="0"/>
  <c:chart>
    <c:title>
      <c:tx>
        <c:rich>
          <a:bodyPr rot="0" spcFirstLastPara="1" vertOverflow="ellipsis" wrap="square" anchor="ctr" anchorCtr="1"/>
          <a:lstStyle/>
          <a:p>
            <a:pPr>
              <a:defRPr sz="1862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pPr>
            <a:r>
              <a:rPr lang="tr-TR"/>
              <a:t>Çeyrekler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Sayfa1!$A$2:$A$5</c:f>
              <c:strCache>
                <c:ptCount val="4"/>
                <c:pt idx="0">
                  <c:v>Ç1</c:v>
                </c:pt>
                <c:pt idx="1">
                  <c:v>Ç2</c:v>
                </c:pt>
                <c:pt idx="2">
                  <c:v>Ç3</c:v>
                </c:pt>
                <c:pt idx="3">
                  <c:v>Ç4</c:v>
                </c:pt>
              </c:strCache>
            </c:strRef>
          </c:cat>
          <c:val>
            <c:numRef>
              <c:f>Sayfa1!$B$2:$B$5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2027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invertIfNegative val="0"/>
          <c:cat>
            <c:strRef>
              <c:f>Sayfa1!$A$2:$A$5</c:f>
              <c:strCache>
                <c:ptCount val="4"/>
                <c:pt idx="0">
                  <c:v>Ç1</c:v>
                </c:pt>
                <c:pt idx="1">
                  <c:v>Ç2</c:v>
                </c:pt>
                <c:pt idx="2">
                  <c:v>Ç3</c:v>
                </c:pt>
                <c:pt idx="3">
                  <c:v>Ç4</c:v>
                </c:pt>
              </c:strCache>
            </c:strRef>
          </c:cat>
          <c:val>
            <c:numRef>
              <c:f>Sayfa1!$C$2:$C$5</c:f>
              <c:numCache>
                <c:formatCode>General</c:formatCode>
                <c:ptCount val="4"/>
                <c:pt idx="0">
                  <c:v>14</c:v>
                </c:pt>
                <c:pt idx="1">
                  <c:v>21</c:v>
                </c:pt>
                <c:pt idx="2">
                  <c:v>19</c:v>
                </c:pt>
                <c:pt idx="3">
                  <c:v>27</c:v>
                </c:pt>
              </c:numCache>
            </c:numRef>
          </c:val>
        </c:ser>
        <c:gapWidth val="219"/>
        <c:overlap val="-27"/>
        <c:axId val="500000001"/>
        <c:axId val="500000002"/>
      </c:barChart>
      <c:catAx>
        <c:axId val="50000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chemeClr val="tx1">
                <a:lumMod val="15000"/>
                <a:lumOff val="85000"/>
              </a:schemeClr>
            </a:solidFill>
          </a:ln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pPr>
            <a:endParaRPr lang="tr-TR"/>
          </a:p>
        </c:tx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</c:scaling>
        <c:delete val="0"/>
        <c:axPos val="l"/>
        <c:majorGridlines>
          <c:spPr>
            <a:ln w="9525">
              <a:solidFill>
                <a:schemeClr val="tx1">
                  <a:lumMod val="15000"/>
                  <a:lumOff val="85000"/>
                </a:scheme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1197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pPr>
            <a:endParaRPr lang="tr-TR"/>
          </a:p>
        </c:txPr>
        <c:crossAx val="50000000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97">
              <a:solidFill>
                <a:schemeClr val="tx1">
                  <a:lumMod val="65000"/>
                  <a:lumOff val="35000"/>
                </a:schemeClr>
              </a:solidFill>
              <a:latin typeface="+mn-lt"/>
            </a:defRPr>
          </a:pPr>
          <a:endParaRPr lang="tr-TR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197">
          <a:solidFill>
            <a:schemeClr val="tx1">
              <a:lumMod val="65000"/>
              <a:lumOff val="35000"/>
            </a:schemeClr>
          </a:solidFill>
          <a:latin typeface="+mn-lt"/>
        </a:defRPr>
      </a:pPr>
      <a:endParaRPr lang="tr-TR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3950"/>
            <a:ext cx="9144000" cy="2381250"/>
          </a:xfrm>
          <a:prstGeom prst="rect">
            <a:avLst/>
          </a:prstGeom>
          <a:noFill/>
          <a:ln>
            <a:noFill/>
          </a:ln>
        </p:spPr>
        <p:txBody>
          <a:bodyPr rtlCol="0" anchor="b">
            <a:normAutofit/>
          </a:bodyPr>
          <a:lstStyle>
            <a:lvl1pPr algn="ctr">
              <a:defRPr sz="6000"/>
            </a:lvl1pPr>
          </a:lstStyle>
          <a:p>
            <a:r>
              <a:rPr lang="tr-TR" dirty="0"/>
              <a:t>Asıl başlık stilini düzenlemek için tıklayın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0450"/>
            <a:ext cx="9144000" cy="1657350"/>
          </a:xfrm>
          <a:prstGeom prst="rect">
            <a:avLst/>
          </a:prstGeom>
          <a:noFill/>
          <a:ln>
            <a:noFill/>
          </a:ln>
        </p:spPr>
        <p:txBody>
          <a:bodyPr rtlCol="0" anchor="t">
            <a:normAutofit/>
          </a:bodyPr>
          <a:lstStyle>
            <a:lvl1pPr marL="0" indent="0" algn="ctr">
              <a:buNone/>
              <a:defRPr sz="2400"/>
            </a:lvl1pPr>
            <a:lvl2pPr marL="0" indent="0" algn="ctr">
              <a:buNone/>
              <a:defRPr sz="2000"/>
            </a:lvl2pPr>
            <a:lvl3pPr marL="0" indent="0" algn="ctr">
              <a:buNone/>
              <a:defRPr sz="1800"/>
            </a:lvl3pPr>
            <a:lvl4pPr marL="0" indent="0" algn="ctr">
              <a:buNone/>
              <a:defRPr sz="1600"/>
            </a:lvl4pPr>
            <a:lvl5pPr marL="0" indent="0" algn="ctr">
              <a:buNone/>
              <a:defRPr sz="1600"/>
            </a:lvl5pPr>
          </a:lstStyle>
          <a:p>
            <a:r>
              <a:rPr lang="tr-TR" dirty="0"/>
              <a:t>Asıl alt başlık stilini düzenlemek için tıklayın</a:t>
            </a:r>
            <a:endParaRPr lang="tr-TR" dirty="0"/>
          </a:p>
        </p:txBody>
      </p:sp>
      <p:sp>
        <p:nvSpPr>
          <p:cNvPr id="4" name="Tarih Yer Tutucusu"/>
          <p:cNvSpPr>
            <a:spLocks noGrp="1"/>
          </p:cNvSpPr>
          <p:nvPr>
            <p:ph type="dt" idx="10"/>
          </p:nvPr>
        </p:nvSpPr>
        <p:spPr>
          <a:xfrm>
            <a:off x="838200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l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DAA66D13-0F1C-4E7E-9B0B-000100000003}" type="datetime1">
              <a:rPr lang="tr-TR" dirty="0"/>
              <a:t>gg.aa.yyyy</a:t>
            </a:fld>
            <a:endParaRPr lang="tr-TR" dirty="0"/>
          </a:p>
        </p:txBody>
      </p:sp>
      <p:sp>
        <p:nvSpPr>
          <p:cNvPr id="5" name="Alt Bilgi Yer Tutucusu"/>
          <p:cNvSpPr>
            <a:spLocks noGrp="1"/>
          </p:cNvSpPr>
          <p:nvPr>
            <p:ph type="ftr" idx="11"/>
          </p:nvPr>
        </p:nvSpPr>
        <p:spPr>
          <a:xfrm>
            <a:off x="3992880" y="6362700"/>
            <a:ext cx="4206240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ct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6" name="Slayt Numarası Yer Tutucusu"/>
          <p:cNvSpPr>
            <a:spLocks noGrp="1"/>
          </p:cNvSpPr>
          <p:nvPr>
            <p:ph type="sldNum" idx="12"/>
          </p:nvPr>
        </p:nvSpPr>
        <p:spPr>
          <a:xfrm>
            <a:off x="8619744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78DDE6C4-0F1C-4E7E-9B0B-000100000004}" type="slidenum">
              <a:rPr lang="tr-TR" dirty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8200" y="361950"/>
            <a:ext cx="10515600" cy="1333500"/>
          </a:xfrm>
          <a:prstGeom prst="rect">
            <a:avLst/>
          </a:prstGeom>
          <a:noFill/>
          <a:ln>
            <a:noFill/>
          </a:ln>
        </p:spPr>
        <p:txBody>
          <a:bodyPr rtlCol="0"/>
          <a:lstStyle/>
          <a:p>
            <a:r>
              <a:rPr lang="tr-TR" dirty="0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2925"/>
          </a:xfrm>
          <a:prstGeom prst="rect">
            <a:avLst/>
          </a:prstGeom>
          <a:noFill/>
          <a:ln>
            <a:noFill/>
          </a:ln>
        </p:spPr>
        <p:txBody>
          <a:bodyPr rtlCol="0"/>
          <a:lstStyle/>
          <a:p>
            <a:r>
              <a:rPr lang="tr-TR" dirty="0"/>
              <a:t>Asıl metin stillerini düzenlemek için tıklayın</a:t>
            </a:r>
            <a:endParaRPr lang="tr-TR" dirty="0"/>
          </a:p>
        </p:txBody>
      </p:sp>
      <p:sp>
        <p:nvSpPr>
          <p:cNvPr id="4" name="Tarih Yer Tutucusu"/>
          <p:cNvSpPr>
            <a:spLocks noGrp="1"/>
          </p:cNvSpPr>
          <p:nvPr>
            <p:ph type="dt" idx="10"/>
          </p:nvPr>
        </p:nvSpPr>
        <p:spPr>
          <a:xfrm>
            <a:off x="838200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l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17156075-0F1C-4E7E-9B0B-000100000005}" type="datetime1">
              <a:rPr lang="tr-TR" dirty="0"/>
              <a:t>gg.aa.yyyy</a:t>
            </a:fld>
            <a:endParaRPr lang="tr-TR" dirty="0"/>
          </a:p>
        </p:txBody>
      </p:sp>
      <p:sp>
        <p:nvSpPr>
          <p:cNvPr id="5" name="Alt Bilgi Yer Tutucusu"/>
          <p:cNvSpPr>
            <a:spLocks noGrp="1"/>
          </p:cNvSpPr>
          <p:nvPr>
            <p:ph type="ftr" idx="11"/>
          </p:nvPr>
        </p:nvSpPr>
        <p:spPr>
          <a:xfrm>
            <a:off x="3992880" y="6362700"/>
            <a:ext cx="4206240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ct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6" name="Slayt Numarası Yer Tutucusu"/>
          <p:cNvSpPr>
            <a:spLocks noGrp="1"/>
          </p:cNvSpPr>
          <p:nvPr>
            <p:ph type="sldNum" idx="12"/>
          </p:nvPr>
        </p:nvSpPr>
        <p:spPr>
          <a:xfrm>
            <a:off x="8619744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B54CDA26-0F1C-4E7E-9B0B-000100000006}" type="slidenum">
              <a:rPr lang="tr-TR" dirty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8200" y="1714500"/>
            <a:ext cx="10515600" cy="2857500"/>
          </a:xfrm>
          <a:prstGeom prst="rect">
            <a:avLst/>
          </a:prstGeom>
          <a:noFill/>
          <a:ln>
            <a:noFill/>
          </a:ln>
        </p:spPr>
        <p:txBody>
          <a:bodyPr rtlCol="0" anchor="b"/>
          <a:lstStyle>
            <a:lvl1pPr>
              <a:defRPr sz="6000"/>
            </a:lvl1pPr>
          </a:lstStyle>
          <a:p>
            <a:r>
              <a:rPr lang="tr-TR" dirty="0"/>
              <a:t>Asıl başlık stilini düzenlemek için tıklayın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4591050"/>
            <a:ext cx="10515600" cy="1504950"/>
          </a:xfrm>
          <a:prstGeom prst="rect">
            <a:avLst/>
          </a:prstGeom>
          <a:noFill/>
          <a:ln>
            <a:noFill/>
          </a:ln>
        </p:spPr>
        <p:txBody>
          <a:bodyPr rtlCol="0"/>
          <a:lstStyle>
            <a:lvl1pPr marL="0" indent="0" algn="l">
              <a:buNone/>
              <a:defRPr sz="24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tr-TR" dirty="0"/>
              <a:t>Asıl metin stillerini düzenlemek için tıklayın</a:t>
            </a:r>
            <a:endParaRPr lang="tr-TR" dirty="0"/>
          </a:p>
        </p:txBody>
      </p:sp>
      <p:sp>
        <p:nvSpPr>
          <p:cNvPr id="4" name="Tarih Yer Tutucusu"/>
          <p:cNvSpPr>
            <a:spLocks noGrp="1"/>
          </p:cNvSpPr>
          <p:nvPr>
            <p:ph type="dt" idx="10"/>
          </p:nvPr>
        </p:nvSpPr>
        <p:spPr>
          <a:xfrm>
            <a:off x="838200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l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538453D7-0F1C-4E7E-9B0B-000100000007}" type="datetime1">
              <a:rPr lang="tr-TR" dirty="0"/>
              <a:t>gg.aa.yyyy</a:t>
            </a:fld>
            <a:endParaRPr lang="tr-TR" dirty="0"/>
          </a:p>
        </p:txBody>
      </p:sp>
      <p:sp>
        <p:nvSpPr>
          <p:cNvPr id="5" name="Alt Bilgi Yer Tutucusu"/>
          <p:cNvSpPr>
            <a:spLocks noGrp="1"/>
          </p:cNvSpPr>
          <p:nvPr>
            <p:ph type="ftr" idx="11"/>
          </p:nvPr>
        </p:nvSpPr>
        <p:spPr>
          <a:xfrm>
            <a:off x="3992880" y="6362700"/>
            <a:ext cx="4206240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ct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6" name="Slayt Numarası Yer Tutucusu"/>
          <p:cNvSpPr>
            <a:spLocks noGrp="1"/>
          </p:cNvSpPr>
          <p:nvPr>
            <p:ph type="sldNum" idx="12"/>
          </p:nvPr>
        </p:nvSpPr>
        <p:spPr>
          <a:xfrm>
            <a:off x="8619744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F1BBCD88-0F1C-4E7E-9B0B-000100000008}" type="slidenum">
              <a:rPr lang="tr-TR" dirty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8200" y="361950"/>
            <a:ext cx="10515600" cy="1333500"/>
          </a:xfrm>
          <a:prstGeom prst="rect">
            <a:avLst/>
          </a:prstGeom>
          <a:noFill/>
          <a:ln>
            <a:noFill/>
          </a:ln>
        </p:spPr>
        <p:txBody>
          <a:bodyPr rtlCol="0"/>
          <a:lstStyle/>
          <a:p>
            <a:r>
              <a:rPr lang="tr-TR" dirty="0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828800"/>
            <a:ext cx="5143500" cy="4352925"/>
          </a:xfrm>
          <a:prstGeom prst="rect">
            <a:avLst/>
          </a:prstGeom>
          <a:noFill/>
          <a:ln>
            <a:noFill/>
          </a:ln>
        </p:spPr>
        <p:txBody>
          <a:bodyPr rtlCol="0"/>
          <a:lstStyle>
            <a:lvl1pPr>
              <a:defRPr sz="2800"/>
            </a:lvl1pPr>
          </a:lstStyle>
          <a:p>
            <a:r>
              <a:rPr lang="tr-TR" dirty="0"/>
              <a:t>Asıl metin stillerini düzenlemek için tıklayın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idx="2"/>
          </p:nvPr>
        </p:nvSpPr>
        <p:spPr>
          <a:xfrm>
            <a:off x="6210300" y="1828800"/>
            <a:ext cx="5143500" cy="4352925"/>
          </a:xfrm>
          <a:prstGeom prst="rect">
            <a:avLst/>
          </a:prstGeom>
          <a:noFill/>
          <a:ln>
            <a:noFill/>
          </a:ln>
        </p:spPr>
        <p:txBody>
          <a:bodyPr rtlCol="0"/>
          <a:lstStyle>
            <a:lvl1pPr>
              <a:defRPr sz="2800"/>
            </a:lvl1pPr>
          </a:lstStyle>
          <a:p>
            <a:r>
              <a:rPr lang="tr-TR" dirty="0"/>
              <a:t>Asıl metin stillerini düzenlemek için tıklayın</a:t>
            </a:r>
            <a:endParaRPr lang="tr-TR" dirty="0"/>
          </a:p>
        </p:txBody>
      </p:sp>
      <p:sp>
        <p:nvSpPr>
          <p:cNvPr id="5" name="Tarih Yer Tutucusu"/>
          <p:cNvSpPr>
            <a:spLocks noGrp="1"/>
          </p:cNvSpPr>
          <p:nvPr>
            <p:ph type="dt" idx="10"/>
          </p:nvPr>
        </p:nvSpPr>
        <p:spPr>
          <a:xfrm>
            <a:off x="838200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l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8FF34739-0F1C-4E7E-9B0B-000100000009}" type="datetime1">
              <a:rPr lang="tr-TR" dirty="0"/>
              <a:t>gg.aa.yyyy</a:t>
            </a:fld>
            <a:endParaRPr lang="tr-TR" dirty="0"/>
          </a:p>
        </p:txBody>
      </p:sp>
      <p:sp>
        <p:nvSpPr>
          <p:cNvPr id="6" name="Alt Bilgi Yer Tutucusu"/>
          <p:cNvSpPr>
            <a:spLocks noGrp="1"/>
          </p:cNvSpPr>
          <p:nvPr>
            <p:ph type="ftr" idx="11"/>
          </p:nvPr>
        </p:nvSpPr>
        <p:spPr>
          <a:xfrm>
            <a:off x="3992880" y="6362700"/>
            <a:ext cx="4206240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ct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7" name="Slayt Numarası Yer Tutucusu"/>
          <p:cNvSpPr>
            <a:spLocks noGrp="1"/>
          </p:cNvSpPr>
          <p:nvPr>
            <p:ph type="sldNum" idx="12"/>
          </p:nvPr>
        </p:nvSpPr>
        <p:spPr>
          <a:xfrm>
            <a:off x="8619744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2E2AC0EA-0F1C-4E7E-9B0B-00010000000A}" type="slidenum">
              <a:rPr lang="tr-TR" dirty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8200" y="361950"/>
            <a:ext cx="10515600" cy="1333500"/>
          </a:xfrm>
          <a:prstGeom prst="rect">
            <a:avLst/>
          </a:prstGeom>
          <a:noFill/>
          <a:ln>
            <a:noFill/>
          </a:ln>
        </p:spPr>
        <p:txBody>
          <a:bodyPr rtlCol="0"/>
          <a:lstStyle/>
          <a:p>
            <a:r>
              <a:rPr lang="tr-TR" dirty="0"/>
              <a:t>Asıl başlık stilini düzenlemek için tıklayın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676400"/>
            <a:ext cx="5143500" cy="819150"/>
          </a:xfrm>
          <a:prstGeom prst="rect">
            <a:avLst/>
          </a:prstGeom>
          <a:noFill/>
          <a:ln>
            <a:noFill/>
          </a:ln>
        </p:spPr>
        <p:txBody>
          <a:bodyPr rtlCol="0" anchor="b"/>
          <a:lstStyle>
            <a:lvl1pPr marL="0" indent="0" algn="l">
              <a:buNone/>
              <a:defRPr sz="2400" b="1"/>
            </a:lvl1pPr>
          </a:lstStyle>
          <a:p>
            <a:r>
              <a:rPr lang="tr-TR" dirty="0"/>
              <a:t>Asıl metin stillerini düzenlemek için tıklayın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idx="2"/>
          </p:nvPr>
        </p:nvSpPr>
        <p:spPr>
          <a:xfrm>
            <a:off x="838200" y="2505075"/>
            <a:ext cx="5143500" cy="3686175"/>
          </a:xfrm>
          <a:prstGeom prst="rect">
            <a:avLst/>
          </a:prstGeom>
          <a:noFill/>
          <a:ln>
            <a:noFill/>
          </a:ln>
        </p:spPr>
        <p:txBody>
          <a:bodyPr rtlCol="0"/>
          <a:lstStyle/>
          <a:p>
            <a:r>
              <a:rPr lang="tr-TR" dirty="0"/>
              <a:t>Asıl metin stillerini düzenlemek için tıklayın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idx="3"/>
          </p:nvPr>
        </p:nvSpPr>
        <p:spPr>
          <a:xfrm>
            <a:off x="6210300" y="1676400"/>
            <a:ext cx="5143500" cy="819150"/>
          </a:xfrm>
          <a:prstGeom prst="rect">
            <a:avLst/>
          </a:prstGeom>
          <a:noFill/>
          <a:ln>
            <a:noFill/>
          </a:ln>
        </p:spPr>
        <p:txBody>
          <a:bodyPr rtlCol="0" anchor="b"/>
          <a:lstStyle>
            <a:lvl1pPr marL="0" indent="0" algn="l">
              <a:buNone/>
              <a:defRPr sz="2400" b="1"/>
            </a:lvl1pPr>
          </a:lstStyle>
          <a:p>
            <a:r>
              <a:rPr lang="tr-TR" dirty="0"/>
              <a:t>Asıl metin stillerini düzenlemek için tıklayın</a:t>
            </a:r>
            <a:endParaRPr lang="tr-TR" dirty="0"/>
          </a:p>
        </p:txBody>
      </p:sp>
      <p:sp>
        <p:nvSpPr>
          <p:cNvPr id="6" name="İçerik Yer Tutucusu 5"/>
          <p:cNvSpPr>
            <a:spLocks noGrp="1"/>
          </p:cNvSpPr>
          <p:nvPr>
            <p:ph idx="4"/>
          </p:nvPr>
        </p:nvSpPr>
        <p:spPr>
          <a:xfrm>
            <a:off x="6210300" y="2505075"/>
            <a:ext cx="5143500" cy="3686175"/>
          </a:xfrm>
          <a:prstGeom prst="rect">
            <a:avLst/>
          </a:prstGeom>
          <a:noFill/>
          <a:ln>
            <a:noFill/>
          </a:ln>
        </p:spPr>
        <p:txBody>
          <a:bodyPr rtlCol="0"/>
          <a:lstStyle/>
          <a:p>
            <a:r>
              <a:rPr lang="tr-TR" dirty="0"/>
              <a:t>Asıl metin stillerini düzenlemek için tıklayın</a:t>
            </a:r>
            <a:endParaRPr lang="tr-TR" dirty="0"/>
          </a:p>
        </p:txBody>
      </p:sp>
      <p:sp>
        <p:nvSpPr>
          <p:cNvPr id="7" name="Tarih Yer Tutucusu"/>
          <p:cNvSpPr>
            <a:spLocks noGrp="1"/>
          </p:cNvSpPr>
          <p:nvPr>
            <p:ph type="dt" idx="10"/>
          </p:nvPr>
        </p:nvSpPr>
        <p:spPr>
          <a:xfrm>
            <a:off x="838200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l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CC623A9B-0F1C-4E7E-9B0B-00010000000B}" type="datetime1">
              <a:rPr lang="tr-TR" dirty="0"/>
              <a:t>gg.aa.yyyy</a:t>
            </a:fld>
            <a:endParaRPr lang="tr-TR" dirty="0"/>
          </a:p>
        </p:txBody>
      </p:sp>
      <p:sp>
        <p:nvSpPr>
          <p:cNvPr id="8" name="Alt Bilgi Yer Tutucusu"/>
          <p:cNvSpPr>
            <a:spLocks noGrp="1"/>
          </p:cNvSpPr>
          <p:nvPr>
            <p:ph type="ftr" idx="11"/>
          </p:nvPr>
        </p:nvSpPr>
        <p:spPr>
          <a:xfrm>
            <a:off x="3992880" y="6362700"/>
            <a:ext cx="4206240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ct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9" name="Slayt Numarası Yer Tutucusu"/>
          <p:cNvSpPr>
            <a:spLocks noGrp="1"/>
          </p:cNvSpPr>
          <p:nvPr>
            <p:ph type="sldNum" idx="12"/>
          </p:nvPr>
        </p:nvSpPr>
        <p:spPr>
          <a:xfrm>
            <a:off x="8619744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6A99B44C-0F1C-4E7E-9B0B-00010000000C}" type="slidenum">
              <a:rPr lang="tr-TR" dirty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8200" y="361950"/>
            <a:ext cx="10515600" cy="1333500"/>
          </a:xfrm>
          <a:prstGeom prst="rect">
            <a:avLst/>
          </a:prstGeom>
          <a:noFill/>
          <a:ln>
            <a:noFill/>
          </a:ln>
        </p:spPr>
        <p:txBody>
          <a:bodyPr rtlCol="0"/>
          <a:lstStyle/>
          <a:p>
            <a:r>
              <a:rPr lang="tr-TR" dirty="0"/>
              <a:t>Asıl başlık stilini düzenlemek için tıklayın</a:t>
            </a:r>
            <a:endParaRPr lang="tr-TR" dirty="0"/>
          </a:p>
        </p:txBody>
      </p:sp>
      <p:sp>
        <p:nvSpPr>
          <p:cNvPr id="3" name="Tarih Yer Tutucusu"/>
          <p:cNvSpPr>
            <a:spLocks noGrp="1"/>
          </p:cNvSpPr>
          <p:nvPr>
            <p:ph type="dt" idx="10"/>
          </p:nvPr>
        </p:nvSpPr>
        <p:spPr>
          <a:xfrm>
            <a:off x="838200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l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08D12DFD-0F1C-4E7E-9B0B-00010000000D}" type="datetime1">
              <a:rPr lang="tr-TR" dirty="0"/>
              <a:t>gg.aa.yyyy</a:t>
            </a:fld>
            <a:endParaRPr lang="tr-TR" dirty="0"/>
          </a:p>
        </p:txBody>
      </p:sp>
      <p:sp>
        <p:nvSpPr>
          <p:cNvPr id="4" name="Alt Bilgi Yer Tutucusu"/>
          <p:cNvSpPr>
            <a:spLocks noGrp="1"/>
          </p:cNvSpPr>
          <p:nvPr>
            <p:ph type="ftr" idx="11"/>
          </p:nvPr>
        </p:nvSpPr>
        <p:spPr>
          <a:xfrm>
            <a:off x="3992880" y="6362700"/>
            <a:ext cx="4206240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ct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5" name="Slayt Numarası Yer Tutucusu"/>
          <p:cNvSpPr>
            <a:spLocks noGrp="1"/>
          </p:cNvSpPr>
          <p:nvPr>
            <p:ph type="sldNum" idx="12"/>
          </p:nvPr>
        </p:nvSpPr>
        <p:spPr>
          <a:xfrm>
            <a:off x="8619744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A708A7AE-0F1C-4E7E-9B0B-00010000000E}" type="slidenum">
              <a:rPr lang="tr-TR" dirty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"/>
          <p:cNvSpPr>
            <a:spLocks noGrp="1"/>
          </p:cNvSpPr>
          <p:nvPr>
            <p:ph type="dt" idx="10"/>
          </p:nvPr>
        </p:nvSpPr>
        <p:spPr>
          <a:xfrm>
            <a:off x="838200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l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4540215F-0F1C-4E7E-9B0B-00010000000F}" type="datetime1">
              <a:rPr lang="tr-TR" dirty="0"/>
              <a:t>gg.aa.yyyy</a:t>
            </a:fld>
            <a:endParaRPr lang="tr-TR" dirty="0"/>
          </a:p>
        </p:txBody>
      </p:sp>
      <p:sp>
        <p:nvSpPr>
          <p:cNvPr id="3" name="Alt Bilgi Yer Tutucusu"/>
          <p:cNvSpPr>
            <a:spLocks noGrp="1"/>
          </p:cNvSpPr>
          <p:nvPr>
            <p:ph type="ftr" idx="11"/>
          </p:nvPr>
        </p:nvSpPr>
        <p:spPr>
          <a:xfrm>
            <a:off x="3992880" y="6362700"/>
            <a:ext cx="4206240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ct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4" name="Slayt Numarası Yer Tutucusu"/>
          <p:cNvSpPr>
            <a:spLocks noGrp="1"/>
          </p:cNvSpPr>
          <p:nvPr>
            <p:ph type="sldNum" idx="12"/>
          </p:nvPr>
        </p:nvSpPr>
        <p:spPr>
          <a:xfrm>
            <a:off x="8619744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E3779B10-0F1C-4E7E-9B0B-000100000010}" type="slidenum">
              <a:rPr lang="tr-TR" dirty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3932834" cy="1600200"/>
          </a:xfrm>
          <a:prstGeom prst="rect">
            <a:avLst/>
          </a:prstGeom>
          <a:noFill/>
          <a:ln>
            <a:noFill/>
          </a:ln>
        </p:spPr>
        <p:txBody>
          <a:bodyPr rtlCol="0" anchor="b"/>
          <a:lstStyle>
            <a:lvl1pPr>
              <a:defRPr sz="3200"/>
            </a:lvl1pPr>
          </a:lstStyle>
          <a:p>
            <a:r>
              <a:rPr lang="tr-TR" dirty="0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202174" y="990600"/>
            <a:ext cx="6151626" cy="4876800"/>
          </a:xfrm>
          <a:prstGeom prst="rect">
            <a:avLst/>
          </a:prstGeom>
          <a:noFill/>
          <a:ln>
            <a:noFill/>
          </a:ln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r>
              <a:rPr lang="tr-TR" dirty="0"/>
              <a:t>Asıl metin stillerini düzenlemek için tıklayın</a:t>
            </a:r>
            <a:endParaRPr lang="tr-TR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idx="2"/>
          </p:nvPr>
        </p:nvSpPr>
        <p:spPr>
          <a:xfrm>
            <a:off x="838200" y="2057400"/>
            <a:ext cx="3932834" cy="3810000"/>
          </a:xfrm>
          <a:prstGeom prst="rect">
            <a:avLst/>
          </a:prstGeom>
          <a:noFill/>
          <a:ln>
            <a:noFill/>
          </a:ln>
        </p:spPr>
        <p:txBody>
          <a:bodyPr rtlCol="0"/>
          <a:lstStyle>
            <a:lvl1pPr marL="0" indent="0" algn="l">
              <a:buNone/>
              <a:defRPr sz="1600"/>
            </a:lvl1pPr>
          </a:lstStyle>
          <a:p>
            <a:r>
              <a:rPr lang="tr-TR" dirty="0"/>
              <a:t>Asıl metin stillerini düzenlemek için tıklayın</a:t>
            </a:r>
            <a:endParaRPr lang="tr-TR" dirty="0"/>
          </a:p>
        </p:txBody>
      </p:sp>
      <p:sp>
        <p:nvSpPr>
          <p:cNvPr id="5" name="Tarih Yer Tutucusu"/>
          <p:cNvSpPr>
            <a:spLocks noGrp="1"/>
          </p:cNvSpPr>
          <p:nvPr>
            <p:ph type="dt" idx="10"/>
          </p:nvPr>
        </p:nvSpPr>
        <p:spPr>
          <a:xfrm>
            <a:off x="838200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l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81AF14C1-0F1C-4E7E-9B0B-000100000011}" type="datetime1">
              <a:rPr lang="tr-TR" dirty="0"/>
              <a:t>gg.aa.yyyy</a:t>
            </a:fld>
            <a:endParaRPr lang="tr-TR" dirty="0"/>
          </a:p>
        </p:txBody>
      </p:sp>
      <p:sp>
        <p:nvSpPr>
          <p:cNvPr id="6" name="Alt Bilgi Yer Tutucusu"/>
          <p:cNvSpPr>
            <a:spLocks noGrp="1"/>
          </p:cNvSpPr>
          <p:nvPr>
            <p:ph type="ftr" idx="11"/>
          </p:nvPr>
        </p:nvSpPr>
        <p:spPr>
          <a:xfrm>
            <a:off x="3992880" y="6362700"/>
            <a:ext cx="4206240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ct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7" name="Slayt Numarası Yer Tutucusu"/>
          <p:cNvSpPr>
            <a:spLocks noGrp="1"/>
          </p:cNvSpPr>
          <p:nvPr>
            <p:ph type="sldNum" idx="12"/>
          </p:nvPr>
        </p:nvSpPr>
        <p:spPr>
          <a:xfrm>
            <a:off x="8619744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1FE68E72-0F1C-4E7E-9B0B-000100000012}" type="slidenum">
              <a:rPr lang="tr-TR" dirty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3932834" cy="1600200"/>
          </a:xfrm>
          <a:prstGeom prst="rect">
            <a:avLst/>
          </a:prstGeom>
          <a:noFill/>
          <a:ln>
            <a:noFill/>
          </a:ln>
        </p:spPr>
        <p:txBody>
          <a:bodyPr rtlCol="0" anchor="b"/>
          <a:lstStyle>
            <a:lvl1pPr>
              <a:defRPr sz="3200"/>
            </a:lvl1pPr>
          </a:lstStyle>
          <a:p>
            <a:r>
              <a:rPr lang="tr-TR" dirty="0"/>
              <a:t>Asıl başlık stilini düzenlemek için tıklayın</a:t>
            </a:r>
            <a:endParaRPr lang="tr-TR" dirty="0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202174" y="990600"/>
            <a:ext cx="6151626" cy="4876800"/>
          </a:xfrm>
          <a:prstGeom prst="rect">
            <a:avLst/>
          </a:prstGeom>
          <a:noFill/>
          <a:ln>
            <a:noFill/>
          </a:ln>
        </p:spPr>
        <p:txBody>
          <a:bodyPr rtlCol="0"/>
          <a:lstStyle>
            <a:lvl1pPr marL="0" indent="0" algn="l">
              <a:buNone/>
              <a:defRPr sz="3200"/>
            </a:lvl1pPr>
          </a:lstStyle>
          <a:p>
            <a:r>
              <a:rPr lang="tr-TR" dirty="0"/>
              <a:t>Resim eklemek için simgeye tıklayın</a:t>
            </a:r>
            <a:endParaRPr lang="tr-TR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idx="2"/>
          </p:nvPr>
        </p:nvSpPr>
        <p:spPr>
          <a:xfrm>
            <a:off x="838200" y="2057400"/>
            <a:ext cx="3932834" cy="3810000"/>
          </a:xfrm>
          <a:prstGeom prst="rect">
            <a:avLst/>
          </a:prstGeom>
          <a:noFill/>
          <a:ln>
            <a:noFill/>
          </a:ln>
        </p:spPr>
        <p:txBody>
          <a:bodyPr rtlCol="0"/>
          <a:lstStyle>
            <a:lvl1pPr marL="0" indent="0" algn="l">
              <a:buNone/>
              <a:defRPr sz="1600"/>
            </a:lvl1pPr>
          </a:lstStyle>
          <a:p>
            <a:r>
              <a:rPr lang="tr-TR" dirty="0"/>
              <a:t>Asıl metin stillerini düzenlemek için tıklayın</a:t>
            </a:r>
            <a:endParaRPr lang="tr-TR" dirty="0"/>
          </a:p>
        </p:txBody>
      </p:sp>
      <p:sp>
        <p:nvSpPr>
          <p:cNvPr id="5" name="Tarih Yer Tutucusu"/>
          <p:cNvSpPr>
            <a:spLocks noGrp="1"/>
          </p:cNvSpPr>
          <p:nvPr>
            <p:ph type="dt" idx="10"/>
          </p:nvPr>
        </p:nvSpPr>
        <p:spPr>
          <a:xfrm>
            <a:off x="838200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l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BE1E0823-0F1C-4E7E-9B0B-000100000013}" type="datetime1">
              <a:rPr lang="tr-TR" dirty="0"/>
              <a:t>gg.aa.yyyy</a:t>
            </a:fld>
            <a:endParaRPr lang="tr-TR" dirty="0"/>
          </a:p>
        </p:txBody>
      </p:sp>
      <p:sp>
        <p:nvSpPr>
          <p:cNvPr id="6" name="Alt Bilgi Yer Tutucusu"/>
          <p:cNvSpPr>
            <a:spLocks noGrp="1"/>
          </p:cNvSpPr>
          <p:nvPr>
            <p:ph type="ftr" idx="11"/>
          </p:nvPr>
        </p:nvSpPr>
        <p:spPr>
          <a:xfrm>
            <a:off x="3992880" y="6362700"/>
            <a:ext cx="4206240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ct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7" name="Slayt Numarası Yer Tutucusu"/>
          <p:cNvSpPr>
            <a:spLocks noGrp="1"/>
          </p:cNvSpPr>
          <p:nvPr>
            <p:ph type="sldNum" idx="12"/>
          </p:nvPr>
        </p:nvSpPr>
        <p:spPr>
          <a:xfrm>
            <a:off x="8619744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5C5581D4-0F1C-4E7E-9B0B-000100000014}" type="slidenum">
              <a:rPr lang="tr-TR" dirty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"/>
          <p:cNvSpPr>
            <a:spLocks noGrp="1"/>
          </p:cNvSpPr>
          <p:nvPr>
            <p:ph type="title"/>
          </p:nvPr>
        </p:nvSpPr>
        <p:spPr>
          <a:xfrm>
            <a:off x="838200" y="361950"/>
            <a:ext cx="10515600" cy="1333500"/>
          </a:xfrm>
          <a:prstGeom prst="rect">
            <a:avLst/>
          </a:prstGeom>
          <a:noFill/>
          <a:ln>
            <a:noFill/>
          </a:ln>
        </p:spPr>
        <p:txBody>
          <a:bodyPr rtlCol="0" anchor="ctr">
            <a:normAutofit/>
          </a:bodyPr>
          <a:lstStyle/>
          <a:p>
            <a:r>
              <a:rPr lang="tr-TR" dirty="0"/>
              <a:t>Asıl başlık stilini düzenlemek için tıklayın</a:t>
            </a:r>
            <a:endParaRPr lang="tr-TR" dirty="0"/>
          </a:p>
        </p:txBody>
      </p:sp>
      <p:sp>
        <p:nvSpPr>
          <p:cNvPr id="3" name="Metin Yer Tutucusu"/>
          <p:cNvSpPr>
            <a:spLocks noGrp="1"/>
          </p:cNvSpPr>
          <p:nvPr>
            <p:ph type="body" idx="1"/>
          </p:nvPr>
        </p:nvSpPr>
        <p:spPr>
          <a:xfrm>
            <a:off x="838200" y="1828800"/>
            <a:ext cx="10515600" cy="4352925"/>
          </a:xfrm>
          <a:prstGeom prst="rect">
            <a:avLst/>
          </a:prstGeom>
          <a:noFill/>
          <a:ln>
            <a:noFill/>
          </a:ln>
        </p:spPr>
        <p:txBody>
          <a:bodyPr rtlCol="0" anchor="t">
            <a:normAutofit/>
          </a:bodyPr>
          <a:lstStyle/>
          <a:p>
            <a:r>
              <a:rPr lang="tr-TR" dirty="0"/>
              <a:t>Asıl metin stillerini düzenlemek için tıklayın</a:t>
            </a:r>
            <a:endParaRPr lang="tr-TR" dirty="0"/>
          </a:p>
        </p:txBody>
      </p:sp>
      <p:sp>
        <p:nvSpPr>
          <p:cNvPr id="4" name="Tarih Yer Tutucusu"/>
          <p:cNvSpPr>
            <a:spLocks noGrp="1"/>
          </p:cNvSpPr>
          <p:nvPr>
            <p:ph type="dt" idx="10"/>
          </p:nvPr>
        </p:nvSpPr>
        <p:spPr>
          <a:xfrm>
            <a:off x="838200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l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9E3779B1-0F1C-4E7E-9B0B-000100000001}" type="datetime1">
              <a:rPr lang="tr-TR" dirty="0"/>
              <a:t>gg.aa.yyyy</a:t>
            </a:fld>
            <a:endParaRPr lang="tr-TR" dirty="0"/>
          </a:p>
        </p:txBody>
      </p:sp>
      <p:sp>
        <p:nvSpPr>
          <p:cNvPr id="5" name="Alt Bilgi Yer Tutucusu"/>
          <p:cNvSpPr>
            <a:spLocks noGrp="1"/>
          </p:cNvSpPr>
          <p:nvPr>
            <p:ph type="ftr" idx="11"/>
          </p:nvPr>
        </p:nvSpPr>
        <p:spPr>
          <a:xfrm>
            <a:off x="3992880" y="6362700"/>
            <a:ext cx="4206240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ct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6" name="Slayt Numarası Yer Tutucusu"/>
          <p:cNvSpPr>
            <a:spLocks noGrp="1"/>
          </p:cNvSpPr>
          <p:nvPr>
            <p:ph type="sldNum" idx="12"/>
          </p:nvPr>
        </p:nvSpPr>
        <p:spPr>
          <a:xfrm>
            <a:off x="8619744" y="6362700"/>
            <a:ext cx="2734056" cy="3429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>
            <a:lvl1pPr algn="r">
              <a:defRPr sz="1200">
                <a:solidFill>
                  <a:schemeClr val="dk1">
                    <a:lumMod val="75000"/>
                    <a:lumOff val="25000"/>
                  </a:schemeClr>
                </a:solidFill>
              </a:defRPr>
            </a:lvl1pPr>
          </a:lstStyle>
          <a:p>
            <a:fld id="{3C6EF362-0F1C-4E7E-9B0B-000100000002}" type="slidenum">
              <a:rPr lang="tr-TR" dirty="0"/>
              <a:t>‹#›</a:t>
            </a:fld>
            <a:endParaRPr lang="tr-T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>
        <a:lnSpc>
          <a:spcPct val="90000"/>
        </a:lnSpc>
        <a:buNone/>
        <a:defRPr sz="4400">
          <a:solidFill>
            <a:schemeClr val="dk1"/>
          </a:solidFill>
          <a:latin typeface="+mj-lt"/>
          <a:ea typeface="+mj-ea"/>
          <a:cs typeface="+mj-cs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dk1"/>
          </a:solidFill>
          <a:latin typeface="+mn-lt"/>
          <a:ea typeface="+mn-ea"/>
          <a:cs typeface="+mn-cs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dk1"/>
          </a:solidFill>
          <a:latin typeface="+mn-lt"/>
          <a:ea typeface="+mn-ea"/>
          <a:cs typeface="+mn-cs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dk1"/>
          </a:solidFill>
          <a:latin typeface="+mn-lt"/>
          <a:ea typeface="+mn-ea"/>
          <a:cs typeface="+mn-cs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dk1"/>
          </a:solidFill>
          <a:latin typeface="+mn-lt"/>
          <a:ea typeface="+mn-ea"/>
          <a:cs typeface="+mn-cs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dk1"/>
          </a:solidFill>
          <a:latin typeface="+mn-lt"/>
          <a:ea typeface="+mn-ea"/>
          <a:cs typeface="+mn-cs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dk1"/>
          </a:solidFill>
          <a:latin typeface="+mn-lt"/>
          <a:ea typeface="+mn-ea"/>
          <a:cs typeface="+mn-cs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dk1"/>
          </a:solidFill>
          <a:latin typeface="+mn-lt"/>
          <a:ea typeface="+mn-ea"/>
          <a:cs typeface="+mn-cs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dk1"/>
          </a:solidFill>
          <a:latin typeface="+mn-lt"/>
          <a:ea typeface="+mn-ea"/>
          <a:cs typeface="+mn-cs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dk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indent="0" algn="l">
        <a:lnSpc>
          <a:spcPct val="100000"/>
        </a:lnSpc>
        <a:defRPr sz="1800">
          <a:solidFill>
            <a:schemeClr val="dk1"/>
          </a:solidFill>
          <a:latin typeface="+mn-lt"/>
          <a:ea typeface="+mn-ea"/>
          <a:cs typeface="+mn-cs"/>
        </a:defRPr>
      </a:lvl1pPr>
      <a:lvl2pPr marL="457200" indent="0" algn="l">
        <a:lnSpc>
          <a:spcPct val="100000"/>
        </a:lnSpc>
        <a:defRPr sz="1800">
          <a:solidFill>
            <a:schemeClr val="dk1"/>
          </a:solidFill>
          <a:latin typeface="+mn-lt"/>
          <a:ea typeface="+mn-ea"/>
          <a:cs typeface="+mn-cs"/>
        </a:defRPr>
      </a:lvl2pPr>
      <a:lvl3pPr marL="914400" indent="0" algn="l">
        <a:lnSpc>
          <a:spcPct val="100000"/>
        </a:lnSpc>
        <a:defRPr sz="1800">
          <a:solidFill>
            <a:schemeClr val="dk1"/>
          </a:solidFill>
          <a:latin typeface="+mn-lt"/>
          <a:ea typeface="+mn-ea"/>
          <a:cs typeface="+mn-cs"/>
        </a:defRPr>
      </a:lvl3pPr>
      <a:lvl4pPr marL="1371600" indent="0" algn="l">
        <a:lnSpc>
          <a:spcPct val="100000"/>
        </a:lnSpc>
        <a:defRPr sz="1800">
          <a:solidFill>
            <a:schemeClr val="dk1"/>
          </a:solidFill>
          <a:latin typeface="+mn-lt"/>
          <a:ea typeface="+mn-ea"/>
          <a:cs typeface="+mn-cs"/>
        </a:defRPr>
      </a:lvl4pPr>
      <a:lvl5pPr marL="1828800" indent="0" algn="l">
        <a:lnSpc>
          <a:spcPct val="100000"/>
        </a:lnSpc>
        <a:defRPr sz="1800">
          <a:solidFill>
            <a:schemeClr val="dk1"/>
          </a:solidFill>
          <a:latin typeface="+mn-lt"/>
          <a:ea typeface="+mn-ea"/>
          <a:cs typeface="+mn-cs"/>
        </a:defRPr>
      </a:lvl5pPr>
      <a:lvl6pPr marL="2286000" indent="0" algn="l">
        <a:lnSpc>
          <a:spcPct val="100000"/>
        </a:lnSpc>
        <a:defRPr sz="1800">
          <a:solidFill>
            <a:schemeClr val="dk1"/>
          </a:solidFill>
          <a:latin typeface="+mn-lt"/>
          <a:ea typeface="+mn-ea"/>
          <a:cs typeface="+mn-cs"/>
        </a:defRPr>
      </a:lvl6pPr>
      <a:lvl7pPr marL="2743200" indent="0" algn="l">
        <a:lnSpc>
          <a:spcPct val="100000"/>
        </a:lnSpc>
        <a:defRPr sz="1800">
          <a:solidFill>
            <a:schemeClr val="dk1"/>
          </a:solidFill>
          <a:latin typeface="+mn-lt"/>
          <a:ea typeface="+mn-ea"/>
          <a:cs typeface="+mn-cs"/>
        </a:defRPr>
      </a:lvl7pPr>
      <a:lvl8pPr marL="3200400" indent="0" algn="l">
        <a:lnSpc>
          <a:spcPct val="100000"/>
        </a:lnSpc>
        <a:defRPr sz="1800">
          <a:solidFill>
            <a:schemeClr val="dk1"/>
          </a:solidFill>
          <a:latin typeface="+mn-lt"/>
          <a:ea typeface="+mn-ea"/>
          <a:cs typeface="+mn-cs"/>
        </a:defRPr>
      </a:lvl8pPr>
      <a:lvl9pPr marL="3657600" indent="0" algn="l">
        <a:lnSpc>
          <a:spcPct val="100000"/>
        </a:lnSpc>
        <a:defRPr sz="1800">
          <a:solidFill>
            <a:schemeClr val="dk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3950"/>
            <a:ext cx="9144000" cy="2381250"/>
          </a:xfrm>
          <a:prstGeom prst="rect">
            <a:avLst/>
          </a:prstGeom>
          <a:noFill/>
          <a:ln>
            <a:noFill/>
          </a:ln>
        </p:spPr>
        <p:txBody>
          <a:bodyPr rtlCol="0"/>
          <a:lstStyle/>
          <a:p>
            <a:r>
              <a:rPr lang="tr-TR" dirty="0"/>
              <a:t>Resim zeminli sunu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0450"/>
            <a:ext cx="9144000" cy="1657350"/>
          </a:xfrm>
          <a:prstGeom prst="rect">
            <a:avLst/>
          </a:prstGeom>
          <a:noFill/>
          <a:ln>
            <a:noFill/>
          </a:ln>
        </p:spPr>
        <p:txBody>
          <a:bodyPr rtlCol="0"/>
          <a:lstStyle/>
          <a:p>
            <a:endParaRPr lang="tr-T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8200" y="361950"/>
            <a:ext cx="10515600" cy="1333500"/>
          </a:xfrm>
          <a:prstGeom prst="rect">
            <a:avLst/>
          </a:prstGeom>
          <a:noFill/>
          <a:ln>
            <a:noFill/>
          </a:ln>
        </p:spPr>
        <p:txBody>
          <a:bodyPr rtlCol="0"/>
          <a:lstStyle/>
          <a:p>
            <a:r>
              <a:rPr lang="tr-TR" dirty="0"/>
              <a:t>Satışlar</a:t>
            </a:r>
            <a:endParaRPr lang="tr-TR" dirty="0"/>
          </a:p>
        </p:txBody>
      </p:sp>
      <p:graphicFrame>
        <p:nvGraphicFramePr>
          <p:cNvPr id="3" name="Grafik 1"/>
          <p:cNvGraphicFramePr>
            <a:graphicFrameLocks noGrp="1"/>
          </p:cNvGraphicFramePr>
          <p:nvPr/>
        </p:nvGraphicFramePr>
        <p:xfrm>
          <a:off x="1524000" y="1714500"/>
          <a:ext cx="9144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Here">
  <a:themeElements>
    <a:clrScheme name="OfficeHer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Here">
      <a:majorFont>
        <a:latin typeface="Aptos Display" panose="020B0604020202020204"/>
        <a:ea typeface=""/>
        <a:cs typeface=""/>
      </a:majorFont>
      <a:minorFont>
        <a:latin typeface="Aptos" panose="020B0604020202020204"/>
        <a:ea typeface=""/>
        <a:cs typeface=""/>
      </a:minorFont>
    </a:fontScheme>
    <a:fmtScheme name="OfficeHer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FF1CE00-5A5A-4E7E-9B0B-5448454D4531}">
      <oh:theme xmlns:oh="urn:officehere:sunum:1" id="varsayilan" variant="0"/>
    </a:ext>
  </a:extLst>
</a:theme>
</file>

<file path=ppt/theme/theme2.xml><?xml version="1.0" encoding="utf-8"?>
<a:theme xmlns:a="http://schemas.openxmlformats.org/drawingml/2006/main" name="Not Teması">
  <a:themeElements>
    <a:clrScheme name="Not Teması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ot Teması">
      <a:majorFont>
        <a:latin typeface="Aptos Display" panose="020B0604020202020204"/>
        <a:ea typeface=""/>
        <a:cs typeface=""/>
      </a:majorFont>
      <a:minorFont>
        <a:latin typeface="Aptos" panose="020B0604020202020204"/>
        <a:ea typeface=""/>
        <a:cs typeface=""/>
      </a:minorFont>
    </a:fontScheme>
    <a:fmtScheme name="Not Teması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FF1CE00-5A5A-4E7E-9B0B-5448454D4531}">
      <oh:theme xmlns:oh="urn:officehere:sunum:1" id="varsayilan" variant="0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OfficeHere Sunum</Application>
  <PresentationFormat>Geniş ekran</PresentationFormat>
  <Slides>2</Slides>
  <Notes>0</Notes>
  <HiddenSlides>0</HiddenSlid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2026-10-13T12:47:17Z</dcterms:created>
  <dcterms:modified xsi:type="dcterms:W3CDTF">2026-10-13T12:47:17Z</dcterms:modified>
</cp:coreProperties>
</file>